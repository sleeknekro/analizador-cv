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097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Analizador de CVs con 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21031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inteligente de currículums con LLM local, RAG y búsqueda semántica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017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Iker Pérez Mata  ·  IES Benigasló  ·  2024–2025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Especialización en IA y Big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adaptar el CV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oferta requiere ajustes distintos y los candidatos no saben qué mejorar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orientadores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profesionales de carrera son costosos o inaccesibles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en riesgo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5603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online envían tus datos a servidores externos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local que analiza CVs en PDF usando IA generativa.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procesamiento ocurre en tu equipo. Ningún dato sale al exterior.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habilidades técnicas y blandas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puntos fuertes y a mejorar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mejoras concretas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compatibilidad con oferta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sobre tu CV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005840"/>
            <a:ext cx="7315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51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local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240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240280"/>
            <a:ext cx="7315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garantizado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4747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474720"/>
            <a:ext cx="7315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1188720"/>
            <a:ext cx="118872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 usuario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99032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91640" y="1188720"/>
            <a:ext cx="11887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texto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62072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11887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Embeddings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25112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1887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88152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118872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8932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LLM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51192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43800" y="1188720"/>
            <a:ext cx="118872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52360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web local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841248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Flujo RAG: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divide en chunks → se generan embeddings con nomic-embed-text → se indexan en Qdrant → las consultas del usuario recuperan los fragmentos más relevantes → Qwen3:8b sintetiza la respuesta.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Ollama + Qwen3:8b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72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LLM local  ·  Eficiente en CPU, cuantización GGUF Q4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5156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nomic-embed-text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721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semánticos  ·  270MB, dedicado a embeddings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LlamaIndex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4323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RAG  ·  Chunking, indexación y consulta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01168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057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Qdrant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323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 ·  Docker oficial, API 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7180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pdfplumber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PDF  ·  Layouts complejos, fiable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Streamlit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local  ·  CSS personalizado, cards, responsive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931920"/>
            <a:ext cx="64008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77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Compose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35254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reproducible  ·  3 servicios orquestados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Sube tu CV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286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 aquí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Oferta de trabajo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2860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291840"/>
            <a:ext cx="2286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Analizar CV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Perfil detectado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3898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junior con formación en DAM y especialización en IA...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Habilidades técnicas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3042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Kotlin  ·  Spring Boot  ·  Docker  ·  SQL  ·  React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Puntos fuertes  /  ⚠️ Puntos a mejorar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Autodidacta, trabajo en equipo  /  Profundizar en Docker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Compatibilidad con oferta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8130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████████░░  88%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45–90s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análisis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CPU sin GPU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detectada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backend junior vs oferta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RAG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ligero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1920240" cy="146304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751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datos al exterior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8412480" cy="169164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perfil backend junior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Habilidades, puntos y sugerencias correctos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+ oferta equivalente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 compatibilidad, puntos a mejorar coherentes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RAG sobre experiencia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precisa en 30–60s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sin texto (escaneado)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de error claro al usuario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privacidad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Procesamiento 100% local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y Qdrant corren en el equipo del usuario. Ningún CV se envía a servidores externos.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Cumplimiento RGPD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transferencia de datos personales a terceros. Diseño privacy-by-default.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Sesgos del modelo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puede tener sesgos en perfiles no convencionales. Se recomienda como herramienta de apoyo, no criterio definitivo.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Limitaciones conocidas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procesa PDFs escaneados sin OCR. Tiempo de respuesta variable según hardware.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Analizador de CVs con 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Pipeline completo funcional: extracción PDF, RAG con embeddings semánticos y análisis LLM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Privacidad garantizada: procesamiento 100% local, cumplimiento RGPD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UI profesional accesible para usuarios no técnicos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Despliegue reproducible con Docker Compose en un solo comando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Trabajo futuro: análisis masivo de CVs, generación de cartas de presentación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github.com/SleekNekro/analizador-cv  ·  linkedin.com/in/iker-perez-mata03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Analizador de CVs con IA</dc:title>
  <dc:subject>PptxGenJS Presentation</dc:subject>
  <dc:creator>PptxGenJS</dc:creator>
  <cp:lastModifiedBy>PptxGenJS</cp:lastModifiedBy>
  <cp:revision>1</cp:revision>
  <dcterms:created xsi:type="dcterms:W3CDTF">2026-04-17T17:39:58Z</dcterms:created>
  <dcterms:modified xsi:type="dcterms:W3CDTF">2026-04-17T17:39:58Z</dcterms:modified>
</cp:coreProperties>
</file>